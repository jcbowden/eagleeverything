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287972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3"/>
    <p:restoredTop sz="94643"/>
  </p:normalViewPr>
  <p:slideViewPr>
    <p:cSldViewPr snapToGrid="0" snapToObjects="1">
      <p:cViewPr varScale="1">
        <p:scale>
          <a:sx n="109" d="100"/>
          <a:sy n="109" d="100"/>
        </p:scale>
        <p:origin x="224" y="1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71289"/>
            <a:ext cx="9144000" cy="1002571"/>
          </a:xfrm>
        </p:spPr>
        <p:txBody>
          <a:bodyPr anchor="b"/>
          <a:lstStyle>
            <a:lvl1pPr algn="ctr"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512522"/>
            <a:ext cx="9144000" cy="695267"/>
          </a:xfrm>
        </p:spPr>
        <p:txBody>
          <a:bodyPr/>
          <a:lstStyle>
            <a:lvl1pPr marL="0" indent="0" algn="ctr">
              <a:buNone/>
              <a:defRPr sz="1008"/>
            </a:lvl1pPr>
            <a:lvl2pPr marL="191978" indent="0" algn="ctr">
              <a:buNone/>
              <a:defRPr sz="840"/>
            </a:lvl2pPr>
            <a:lvl3pPr marL="383957" indent="0" algn="ctr">
              <a:buNone/>
              <a:defRPr sz="756"/>
            </a:lvl3pPr>
            <a:lvl4pPr marL="575935" indent="0" algn="ctr">
              <a:buNone/>
              <a:defRPr sz="672"/>
            </a:lvl4pPr>
            <a:lvl5pPr marL="767913" indent="0" algn="ctr">
              <a:buNone/>
              <a:defRPr sz="672"/>
            </a:lvl5pPr>
            <a:lvl6pPr marL="959891" indent="0" algn="ctr">
              <a:buNone/>
              <a:defRPr sz="672"/>
            </a:lvl6pPr>
            <a:lvl7pPr marL="1151870" indent="0" algn="ctr">
              <a:buNone/>
              <a:defRPr sz="672"/>
            </a:lvl7pPr>
            <a:lvl8pPr marL="1343848" indent="0" algn="ctr">
              <a:buNone/>
              <a:defRPr sz="672"/>
            </a:lvl8pPr>
            <a:lvl9pPr marL="1535826" indent="0" algn="ctr">
              <a:buNone/>
              <a:defRPr sz="672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17932"/>
            <a:ext cx="10515600" cy="119788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927150"/>
            <a:ext cx="10515600" cy="629940"/>
          </a:xfrm>
        </p:spPr>
        <p:txBody>
          <a:bodyPr/>
          <a:lstStyle>
            <a:lvl1pPr marL="0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1pPr>
            <a:lvl2pPr marL="191978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2pPr>
            <a:lvl3pPr marL="383957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3pPr>
            <a:lvl4pPr marL="575935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4pPr>
            <a:lvl5pPr marL="767913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5pPr>
            <a:lvl6pPr marL="959891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6pPr>
            <a:lvl7pPr marL="1151870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7pPr>
            <a:lvl8pPr marL="1343848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8pPr>
            <a:lvl9pPr marL="1535826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766593"/>
            <a:ext cx="5181600" cy="18271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766593"/>
            <a:ext cx="5181600" cy="18271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53319"/>
            <a:ext cx="10515600" cy="55661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705933"/>
            <a:ext cx="5157787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051899"/>
            <a:ext cx="5157787" cy="154718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705933"/>
            <a:ext cx="5183188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051899"/>
            <a:ext cx="5183188" cy="154718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2/27/17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2/27/17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2/27/17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91982"/>
            <a:ext cx="3932237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14627"/>
            <a:ext cx="6172200" cy="2046471"/>
          </a:xfrm>
        </p:spPr>
        <p:txBody>
          <a:bodyPr/>
          <a:lstStyle>
            <a:lvl1pPr>
              <a:defRPr sz="1344"/>
            </a:lvl1pPr>
            <a:lvl2pPr>
              <a:defRPr sz="1176"/>
            </a:lvl2pPr>
            <a:lvl3pPr>
              <a:defRPr sz="1008"/>
            </a:lvl3pPr>
            <a:lvl4pPr>
              <a:defRPr sz="840"/>
            </a:lvl4pPr>
            <a:lvl5pPr>
              <a:defRPr sz="840"/>
            </a:lvl5pPr>
            <a:lvl6pPr>
              <a:defRPr sz="840"/>
            </a:lvl6pPr>
            <a:lvl7pPr>
              <a:defRPr sz="840"/>
            </a:lvl7pPr>
            <a:lvl8pPr>
              <a:defRPr sz="840"/>
            </a:lvl8pPr>
            <a:lvl9pPr>
              <a:defRPr sz="84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863918"/>
            <a:ext cx="3932237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91982"/>
            <a:ext cx="3932237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14627"/>
            <a:ext cx="6172200" cy="2046471"/>
          </a:xfrm>
        </p:spPr>
        <p:txBody>
          <a:bodyPr anchor="t"/>
          <a:lstStyle>
            <a:lvl1pPr marL="0" indent="0">
              <a:buNone/>
              <a:defRPr sz="1344"/>
            </a:lvl1pPr>
            <a:lvl2pPr marL="191978" indent="0">
              <a:buNone/>
              <a:defRPr sz="1176"/>
            </a:lvl2pPr>
            <a:lvl3pPr marL="383957" indent="0">
              <a:buNone/>
              <a:defRPr sz="1008"/>
            </a:lvl3pPr>
            <a:lvl4pPr marL="575935" indent="0">
              <a:buNone/>
              <a:defRPr sz="840"/>
            </a:lvl4pPr>
            <a:lvl5pPr marL="767913" indent="0">
              <a:buNone/>
              <a:defRPr sz="840"/>
            </a:lvl5pPr>
            <a:lvl6pPr marL="959891" indent="0">
              <a:buNone/>
              <a:defRPr sz="840"/>
            </a:lvl6pPr>
            <a:lvl7pPr marL="1151870" indent="0">
              <a:buNone/>
              <a:defRPr sz="840"/>
            </a:lvl7pPr>
            <a:lvl8pPr marL="1343848" indent="0">
              <a:buNone/>
              <a:defRPr sz="840"/>
            </a:lvl8pPr>
            <a:lvl9pPr marL="1535826" indent="0">
              <a:buNone/>
              <a:defRPr sz="84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863918"/>
            <a:ext cx="3932237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53319"/>
            <a:ext cx="2628900" cy="244043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53319"/>
            <a:ext cx="7734300" cy="244043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53319"/>
            <a:ext cx="10515600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766593"/>
            <a:ext cx="10515600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669079"/>
            <a:ext cx="2743200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2A9A2-E603-0C42-A5E6-B868EBE3FE99}" type="datetimeFigureOut">
              <a:rPr lang="en-US" smtClean="0"/>
              <a:t>2/27/17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669079"/>
            <a:ext cx="4114800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669079"/>
            <a:ext cx="2743200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912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83957" rtl="0" eaLnBrk="1" latinLnBrk="0" hangingPunct="1">
        <a:lnSpc>
          <a:spcPct val="90000"/>
        </a:lnSpc>
        <a:spcBef>
          <a:spcPct val="0"/>
        </a:spcBef>
        <a:buNone/>
        <a:defRPr sz="18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89" indent="-95989" algn="l" defTabSz="383957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1pPr>
      <a:lvl2pPr marL="28796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479946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71924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863902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1055881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247859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43983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631815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1pPr>
      <a:lvl2pPr marL="19197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83957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575935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767913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959891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15187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34384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535826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894" y="0"/>
            <a:ext cx="7807225" cy="23161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84927"/>
            <a:ext cx="265457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cap="small" dirty="0" smtClean="0"/>
              <a:t>Eagle</a:t>
            </a:r>
            <a:endParaRPr lang="en-US" sz="8800" b="1" cap="small" dirty="0"/>
          </a:p>
        </p:txBody>
      </p:sp>
      <p:sp>
        <p:nvSpPr>
          <p:cNvPr id="6" name="TextBox 5"/>
          <p:cNvSpPr txBox="1"/>
          <p:nvPr/>
        </p:nvSpPr>
        <p:spPr>
          <a:xfrm>
            <a:off x="411480" y="1946811"/>
            <a:ext cx="4685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Multi-locus Genome-wide </a:t>
            </a:r>
            <a:r>
              <a:rPr lang="en-US" dirty="0" smtClean="0"/>
              <a:t>Association Mapping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12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5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</cp:revision>
  <dcterms:created xsi:type="dcterms:W3CDTF">2017-02-27T09:43:16Z</dcterms:created>
  <dcterms:modified xsi:type="dcterms:W3CDTF">2017-02-27T09:55:34Z</dcterms:modified>
</cp:coreProperties>
</file>