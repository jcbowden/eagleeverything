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8000663" cy="28797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/>
    <p:restoredTop sz="94643"/>
  </p:normalViewPr>
  <p:slideViewPr>
    <p:cSldViewPr snapToGrid="0" snapToObjects="1">
      <p:cViewPr varScale="1">
        <p:scale>
          <a:sx n="74" d="100"/>
          <a:sy n="74" d="100"/>
        </p:scale>
        <p:origin x="216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471289"/>
            <a:ext cx="13500497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1512522"/>
            <a:ext cx="13500497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717932"/>
            <a:ext cx="15525572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1927150"/>
            <a:ext cx="15525572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766593"/>
            <a:ext cx="7650282" cy="18271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766593"/>
            <a:ext cx="7650282" cy="18271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53319"/>
            <a:ext cx="15525572" cy="55661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705933"/>
            <a:ext cx="7615123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1051899"/>
            <a:ext cx="7615123" cy="15471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705933"/>
            <a:ext cx="765262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1051899"/>
            <a:ext cx="7652626" cy="15471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191982"/>
            <a:ext cx="580568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414627"/>
            <a:ext cx="9112836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863918"/>
            <a:ext cx="580568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191982"/>
            <a:ext cx="580568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414627"/>
            <a:ext cx="9112836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863918"/>
            <a:ext cx="580568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153319"/>
            <a:ext cx="3881393" cy="244043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153319"/>
            <a:ext cx="11419171" cy="24404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153319"/>
            <a:ext cx="15525572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766593"/>
            <a:ext cx="15525572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2669079"/>
            <a:ext cx="405014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2669079"/>
            <a:ext cx="6075224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2669079"/>
            <a:ext cx="405014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6708" y="250133"/>
            <a:ext cx="6600773" cy="19582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023" y="505972"/>
            <a:ext cx="117225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cap="small" dirty="0" smtClean="0"/>
              <a:t>Read Phenotypic data</a:t>
            </a:r>
            <a:endParaRPr lang="en-US" sz="8800" b="1" cap="small" dirty="0"/>
          </a:p>
        </p:txBody>
      </p:sp>
    </p:spTree>
    <p:extLst>
      <p:ext uri="{BB962C8B-B14F-4D97-AF65-F5344CB8AC3E}">
        <p14:creationId xmlns:p14="http://schemas.microsoft.com/office/powerpoint/2010/main" val="48812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3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</cp:revision>
  <dcterms:created xsi:type="dcterms:W3CDTF">2017-02-27T09:43:16Z</dcterms:created>
  <dcterms:modified xsi:type="dcterms:W3CDTF">2017-02-28T03:01:20Z</dcterms:modified>
</cp:coreProperties>
</file>