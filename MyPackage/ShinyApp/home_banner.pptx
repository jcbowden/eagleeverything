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0799763" cy="1800225"/>
  <p:notesSz cx="6858000" cy="9144000"/>
  <p:defaultTextStyle>
    <a:defPPr>
      <a:defRPr lang="en-US"/>
    </a:defPPr>
    <a:lvl1pPr marL="0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336911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673821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010732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1347643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1684553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2021464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2358375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2695285" algn="l" defTabSz="673821" rtl="0" eaLnBrk="1" latinLnBrk="0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45" autoAdjust="0"/>
    <p:restoredTop sz="94660"/>
  </p:normalViewPr>
  <p:slideViewPr>
    <p:cSldViewPr snapToGrid="0">
      <p:cViewPr>
        <p:scale>
          <a:sx n="100" d="100"/>
          <a:sy n="100" d="100"/>
        </p:scale>
        <p:origin x="282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294620"/>
            <a:ext cx="8099822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945535"/>
            <a:ext cx="8099822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53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89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48807"/>
            <a:ext cx="931479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204734"/>
            <a:ext cx="931479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12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479227"/>
            <a:ext cx="4589899" cy="11422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479227"/>
            <a:ext cx="4589899" cy="11422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69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5846"/>
            <a:ext cx="9314796" cy="347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441305"/>
            <a:ext cx="456880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657582"/>
            <a:ext cx="4568806" cy="9672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441305"/>
            <a:ext cx="459130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657582"/>
            <a:ext cx="4591306" cy="9672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540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22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415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20015"/>
            <a:ext cx="348320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59199"/>
            <a:ext cx="5467380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40067"/>
            <a:ext cx="348320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065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20015"/>
            <a:ext cx="348320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59199"/>
            <a:ext cx="5467380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40067"/>
            <a:ext cx="348320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07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475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95846"/>
            <a:ext cx="2328699" cy="152560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95846"/>
            <a:ext cx="6851100" cy="15256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891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95846"/>
            <a:ext cx="931479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479227"/>
            <a:ext cx="931479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668542"/>
            <a:ext cx="242994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3508-A731-40E5-8CE0-CEE8F16C7BE3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668542"/>
            <a:ext cx="36449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668542"/>
            <a:ext cx="242994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7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0799763" cy="18002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003" tIns="12001" rIns="24003" bIns="12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473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99" y="67563"/>
            <a:ext cx="3080664" cy="16650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8202" y="176836"/>
            <a:ext cx="3928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</a:rPr>
              <a:t>Eagle</a:t>
            </a:r>
            <a:endParaRPr lang="en-AU" sz="8800" b="1" dirty="0">
              <a:solidFill>
                <a:srgbClr val="92D050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5587" y="484612"/>
            <a:ext cx="3573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Multi-locus Genome-wide </a:t>
            </a:r>
          </a:p>
          <a:p>
            <a:r>
              <a:rPr lang="en-US" sz="2400" b="1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Association Mapping</a:t>
            </a:r>
            <a:endParaRPr lang="en-AU" sz="2400" b="1" dirty="0">
              <a:solidFill>
                <a:schemeClr val="accent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8202" y="276225"/>
            <a:ext cx="6976498" cy="13471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09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5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Andrew (Data61, Dutton Park)</dc:creator>
  <cp:lastModifiedBy>George, Andrew (Data61, Dutton Park)</cp:lastModifiedBy>
  <cp:revision>7</cp:revision>
  <dcterms:created xsi:type="dcterms:W3CDTF">2017-03-06T05:27:13Z</dcterms:created>
  <dcterms:modified xsi:type="dcterms:W3CDTF">2017-03-06T05:49:07Z</dcterms:modified>
</cp:coreProperties>
</file>