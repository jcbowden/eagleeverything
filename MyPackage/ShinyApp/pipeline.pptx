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599988" cy="433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7507"/>
    <a:srgbClr val="FF0000"/>
    <a:srgbClr val="FC33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42"/>
    <p:restoredTop sz="94665"/>
  </p:normalViewPr>
  <p:slideViewPr>
    <p:cSldViewPr snapToGrid="0" snapToObjects="1">
      <p:cViewPr varScale="1">
        <p:scale>
          <a:sx n="77" d="100"/>
          <a:sy n="77" d="100"/>
        </p:scale>
        <p:origin x="108" y="1272"/>
      </p:cViewPr>
      <p:guideLst>
        <p:guide orient="horz" pos="1367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000" y="1347795"/>
            <a:ext cx="10709990" cy="9299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9" y="2458566"/>
            <a:ext cx="8819992" cy="11087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9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2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3" y="2787978"/>
            <a:ext cx="10709990" cy="8617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3" y="1838906"/>
            <a:ext cx="10709990" cy="94907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000" y="427838"/>
            <a:ext cx="5564995" cy="12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5" y="427838"/>
            <a:ext cx="5564995" cy="12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5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173747"/>
            <a:ext cx="11339989" cy="72310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971172"/>
            <a:ext cx="5567183" cy="4047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1" y="1375916"/>
            <a:ext cx="5567183" cy="24997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2" y="971172"/>
            <a:ext cx="5569370" cy="4047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2" y="1375916"/>
            <a:ext cx="5569370" cy="24997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3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7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7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4" y="172742"/>
            <a:ext cx="4145309" cy="73515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6" y="172747"/>
            <a:ext cx="7043743" cy="370290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4" y="907907"/>
            <a:ext cx="4145309" cy="29677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1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6" y="3037051"/>
            <a:ext cx="7559993" cy="35854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6" y="387671"/>
            <a:ext cx="7559993" cy="260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6" y="3395592"/>
            <a:ext cx="7559993" cy="5091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1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73315"/>
            <a:ext cx="2834997" cy="15647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73315"/>
            <a:ext cx="8294992" cy="15647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1" y="173747"/>
            <a:ext cx="11339989" cy="723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1012350"/>
            <a:ext cx="11339989" cy="2863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1" y="4021276"/>
            <a:ext cx="2939997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D0C61-825D-0E49-AD29-BA01DD69C6A4}" type="datetimeFigureOut">
              <a:rPr lang="en-US" smtClean="0"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7" y="4021276"/>
            <a:ext cx="3989996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3" y="4021276"/>
            <a:ext cx="2939997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EB0D-9375-2C40-99DF-1EBD1AD5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87" y="-150002"/>
            <a:ext cx="12606840" cy="448864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5675" y="190702"/>
            <a:ext cx="3834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cap="all" dirty="0">
                <a:solidFill>
                  <a:schemeClr val="bg1"/>
                </a:solidFill>
              </a:rPr>
              <a:t>Analysis</a:t>
            </a:r>
            <a:r>
              <a:rPr lang="en-US" sz="3600" b="1" u="sng" cap="all" dirty="0">
                <a:solidFill>
                  <a:schemeClr val="bg1">
                    <a:lumMod val="75000"/>
                  </a:schemeClr>
                </a:solidFill>
              </a:rPr>
              <a:t>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56398"/>
            <a:ext cx="17604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</a:p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Genotypes</a:t>
            </a:r>
            <a:endParaRPr lang="en-AU" sz="2400" b="1" cap="small" dirty="0">
              <a:solidFill>
                <a:srgbClr val="FC75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026331"/>
            <a:ext cx="25500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* File types: PLINK </a:t>
            </a:r>
            <a:r>
              <a:rPr lang="en-US" sz="1400" dirty="0" err="1" smtClean="0">
                <a:solidFill>
                  <a:schemeClr val="bg1"/>
                </a:solidFill>
              </a:rPr>
              <a:t>ped</a:t>
            </a:r>
            <a:r>
              <a:rPr lang="en-US" sz="1400" dirty="0" smtClean="0">
                <a:solidFill>
                  <a:schemeClr val="bg1"/>
                </a:solidFill>
              </a:rPr>
              <a:t> or 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plain text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Rows are individuals, columns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are SNPs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New data structure created or 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out-of-memory calculation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7" name="Notched Right Arrow 6"/>
          <p:cNvSpPr/>
          <p:nvPr/>
        </p:nvSpPr>
        <p:spPr>
          <a:xfrm>
            <a:off x="2673816" y="2346466"/>
            <a:ext cx="576000" cy="576000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73575" y="1056398"/>
            <a:ext cx="1904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</a:p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Phenotypes</a:t>
            </a:r>
            <a:endParaRPr lang="en-AU" sz="2400" b="1" cap="small" dirty="0">
              <a:solidFill>
                <a:srgbClr val="FC75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3575" y="2026331"/>
            <a:ext cx="22438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* File types: plain text or csv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File can contain data from 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multiple traits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0912" y="1056398"/>
            <a:ext cx="1011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sz="2400" b="1" cap="small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endParaRPr lang="en-AU" sz="2400" b="1" cap="small" dirty="0">
              <a:solidFill>
                <a:srgbClr val="FC75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0912" y="2026331"/>
            <a:ext cx="1820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* File types: plain text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  or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4864" y="1425730"/>
            <a:ext cx="1450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smtClean="0">
                <a:solidFill>
                  <a:srgbClr val="FC75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AU" sz="2400" b="1" cap="small" dirty="0">
              <a:solidFill>
                <a:srgbClr val="FC750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Notched Right Arrow 12"/>
          <p:cNvSpPr/>
          <p:nvPr/>
        </p:nvSpPr>
        <p:spPr>
          <a:xfrm>
            <a:off x="5741153" y="2346466"/>
            <a:ext cx="576000" cy="576000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084864" y="2026331"/>
            <a:ext cx="268329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* Identifies strongest associations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 between </a:t>
            </a:r>
            <a:r>
              <a:rPr lang="en-US" sz="1400" dirty="0" err="1" smtClean="0">
                <a:solidFill>
                  <a:schemeClr val="bg1"/>
                </a:solidFill>
              </a:rPr>
              <a:t>snp</a:t>
            </a:r>
            <a:r>
              <a:rPr lang="en-US" sz="1400" dirty="0" smtClean="0">
                <a:solidFill>
                  <a:schemeClr val="bg1"/>
                </a:solidFill>
              </a:rPr>
              <a:t> and trait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All marker-trait associations 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 modelled simultaneously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“Best” model built iteratively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* Threshold free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bg1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8385106" y="2346466"/>
            <a:ext cx="576000" cy="576000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32507" y="1059459"/>
            <a:ext cx="1978072" cy="2151415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6853749" y="652367"/>
            <a:ext cx="99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Optional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7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90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41</cp:revision>
  <dcterms:created xsi:type="dcterms:W3CDTF">2017-02-27T04:54:00Z</dcterms:created>
  <dcterms:modified xsi:type="dcterms:W3CDTF">2017-04-06T01:31:06Z</dcterms:modified>
</cp:coreProperties>
</file>