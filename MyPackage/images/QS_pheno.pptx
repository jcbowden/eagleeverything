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60"/>
    <p:restoredTop sz="94665"/>
  </p:normalViewPr>
  <p:slideViewPr>
    <p:cSldViewPr snapToGrid="0" snapToObjects="1">
      <p:cViewPr>
        <p:scale>
          <a:sx n="70" d="100"/>
          <a:sy n="70" d="100"/>
        </p:scale>
        <p:origin x="57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12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86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0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3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28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8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5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5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53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257018"/>
              </p:ext>
            </p:extLst>
          </p:nvPr>
        </p:nvGraphicFramePr>
        <p:xfrm>
          <a:off x="2322573" y="1826443"/>
          <a:ext cx="7955283" cy="45821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36469"/>
                <a:gridCol w="1136469"/>
                <a:gridCol w="1136469"/>
                <a:gridCol w="1136469"/>
                <a:gridCol w="1136469"/>
                <a:gridCol w="1136469"/>
                <a:gridCol w="1136469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 smtClean="0">
                          <a:effectLst/>
                        </a:rPr>
                        <a:t>y1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="0" baseline="0" dirty="0" smtClean="0">
                          <a:effectLst/>
                        </a:rPr>
                        <a:t>y2</a:t>
                      </a:r>
                      <a:endParaRPr lang="is-I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 smtClean="0">
                          <a:effectLst/>
                        </a:rPr>
                        <a:t>y3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 smtClean="0">
                          <a:effectLst/>
                        </a:rPr>
                        <a:t>age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 smtClean="0">
                          <a:effectLst/>
                        </a:rPr>
                        <a:t>sex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 smtClean="0">
                          <a:effectLst/>
                        </a:rPr>
                        <a:t>weight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 smtClean="0">
                          <a:effectLst/>
                        </a:rPr>
                        <a:t>US state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1.1127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="0" baseline="0" dirty="0" smtClean="0">
                          <a:effectLst/>
                        </a:rPr>
                        <a:t>0</a:t>
                      </a:r>
                      <a:endParaRPr lang="is-I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="0" baseline="0" dirty="0" smtClean="0">
                          <a:effectLst/>
                        </a:rPr>
                        <a:t>1137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 smtClean="0">
                          <a:effectLst/>
                        </a:rPr>
                        <a:t>45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>
                          <a:effectLst/>
                        </a:rPr>
                        <a:t>M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 smtClean="0">
                          <a:effectLst/>
                        </a:rPr>
                        <a:t>85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baseline="0" dirty="0" smtClean="0">
                          <a:effectLst/>
                        </a:rPr>
                        <a:t>IA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0.7417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0</a:t>
                      </a:r>
                      <a:endParaRPr lang="is-I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980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62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effectLst/>
                        </a:rPr>
                        <a:t>M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105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AK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0.0050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0</a:t>
                      </a:r>
                      <a:endParaRPr lang="is-I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baseline="0" dirty="0" smtClean="0">
                          <a:effectLst/>
                        </a:rPr>
                        <a:t>1036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21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effectLst/>
                        </a:rPr>
                        <a:t>F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64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NV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0.9930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1</a:t>
                      </a:r>
                      <a:endParaRPr lang="is-I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baseline="0" dirty="0" smtClean="0">
                          <a:effectLst/>
                        </a:rPr>
                        <a:t>945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23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effectLst/>
                        </a:rPr>
                        <a:t>F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55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CA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b-NO" sz="2400" baseline="0" dirty="0" smtClean="0">
                          <a:effectLst/>
                        </a:rPr>
                        <a:t>-1.5390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1</a:t>
                      </a:r>
                      <a:endParaRPr lang="is-I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1006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32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F</a:t>
                      </a:r>
                      <a:endParaRPr lang="is-I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61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TX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b-NO" sz="2400" baseline="0" dirty="0" smtClean="0">
                          <a:effectLst/>
                        </a:rPr>
                        <a:t>0.9329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0</a:t>
                      </a:r>
                      <a:endParaRPr lang="is-I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950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effectLst/>
                        </a:rPr>
                        <a:t>M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48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UT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-1.5568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0</a:t>
                      </a:r>
                      <a:endParaRPr lang="is-I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981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42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>
                          <a:effectLst/>
                        </a:rPr>
                        <a:t>F</a:t>
                      </a:r>
                      <a:endParaRPr lang="is-I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72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VT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-0.0097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0</a:t>
                      </a:r>
                      <a:endParaRPr lang="is-I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baseline="0" dirty="0" smtClean="0">
                          <a:effectLst/>
                        </a:rPr>
                        <a:t>911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52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effectLst/>
                        </a:rPr>
                        <a:t>M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79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VA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1.5007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1</a:t>
                      </a:r>
                      <a:endParaRPr lang="is-I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1079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57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effectLst/>
                        </a:rPr>
                        <a:t>M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92</a:t>
                      </a:r>
                      <a:endParaRPr lang="is-I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NC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0.7705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2400" baseline="0" dirty="0" smtClean="0">
                          <a:effectLst/>
                        </a:rPr>
                        <a:t>1</a:t>
                      </a:r>
                      <a:endParaRPr lang="is-I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864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18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effectLst/>
                        </a:rPr>
                        <a:t>F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59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>
                          <a:effectLst/>
                        </a:rPr>
                        <a:t>KY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/>
                </a:tc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 flipH="1" flipV="1">
            <a:off x="6766560" y="3702024"/>
            <a:ext cx="3841897" cy="4653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608456" y="3702024"/>
            <a:ext cx="13726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Space </a:t>
            </a:r>
            <a:endParaRPr lang="en-US" sz="2400" dirty="0" smtClean="0"/>
          </a:p>
          <a:p>
            <a:r>
              <a:rPr lang="en-US" sz="2400" dirty="0" smtClean="0"/>
              <a:t>delimited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2623802" y="159030"/>
            <a:ext cx="26804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The file can contain </a:t>
            </a:r>
          </a:p>
          <a:p>
            <a:r>
              <a:rPr lang="en-US" sz="2400" dirty="0"/>
              <a:t>m</a:t>
            </a:r>
            <a:r>
              <a:rPr lang="en-US" sz="2400" dirty="0" smtClean="0"/>
              <a:t>ultiple traits</a:t>
            </a:r>
            <a:endParaRPr lang="en-US" sz="2400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7325497" y="496717"/>
            <a:ext cx="1743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Fixed effects</a:t>
            </a:r>
          </a:p>
        </p:txBody>
      </p:sp>
      <p:sp>
        <p:nvSpPr>
          <p:cNvPr id="27" name="Oval 26"/>
          <p:cNvSpPr/>
          <p:nvPr/>
        </p:nvSpPr>
        <p:spPr>
          <a:xfrm>
            <a:off x="1690347" y="1535392"/>
            <a:ext cx="9219734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0289296" y="287592"/>
            <a:ext cx="18494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  <a:r>
              <a:rPr lang="en-US" sz="2400" dirty="0" smtClean="0"/>
              <a:t>olumn </a:t>
            </a:r>
            <a:endParaRPr lang="en-US" sz="2400" dirty="0" smtClean="0"/>
          </a:p>
          <a:p>
            <a:r>
              <a:rPr lang="en-US" sz="2400" dirty="0"/>
              <a:t>h</a:t>
            </a:r>
            <a:r>
              <a:rPr lang="en-US" sz="2400" dirty="0" smtClean="0"/>
              <a:t>eadings are </a:t>
            </a:r>
          </a:p>
          <a:p>
            <a:r>
              <a:rPr lang="en-US" sz="2400" dirty="0" smtClean="0"/>
              <a:t>optional</a:t>
            </a:r>
            <a:endParaRPr lang="en-US" sz="2400" dirty="0"/>
          </a:p>
        </p:txBody>
      </p:sp>
      <p:cxnSp>
        <p:nvCxnSpPr>
          <p:cNvPr id="30" name="Straight Connector 29"/>
          <p:cNvCxnSpPr>
            <a:endCxn id="29" idx="1"/>
          </p:cNvCxnSpPr>
          <p:nvPr/>
        </p:nvCxnSpPr>
        <p:spPr>
          <a:xfrm flipV="1">
            <a:off x="8413323" y="887757"/>
            <a:ext cx="1875973" cy="734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ight Brace 32"/>
          <p:cNvSpPr/>
          <p:nvPr/>
        </p:nvSpPr>
        <p:spPr>
          <a:xfrm rot="10800000">
            <a:off x="1489807" y="2309051"/>
            <a:ext cx="804195" cy="4115846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/>
          <p:cNvSpPr/>
          <p:nvPr/>
        </p:nvSpPr>
        <p:spPr>
          <a:xfrm rot="16200000">
            <a:off x="3648761" y="146791"/>
            <a:ext cx="623348" cy="2216489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-14485" y="3592012"/>
            <a:ext cx="189962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Rows must </a:t>
            </a:r>
          </a:p>
          <a:p>
            <a:r>
              <a:rPr lang="en-US" sz="2400" dirty="0"/>
              <a:t>b</a:t>
            </a:r>
            <a:r>
              <a:rPr lang="en-US" sz="2400" dirty="0" smtClean="0"/>
              <a:t>e in the </a:t>
            </a:r>
          </a:p>
          <a:p>
            <a:r>
              <a:rPr lang="en-US" sz="2400" dirty="0"/>
              <a:t>s</a:t>
            </a:r>
            <a:r>
              <a:rPr lang="en-US" sz="2400" dirty="0" smtClean="0"/>
              <a:t>ame order </a:t>
            </a:r>
          </a:p>
          <a:p>
            <a:r>
              <a:rPr lang="en-US" sz="2400" dirty="0"/>
              <a:t>a</a:t>
            </a:r>
            <a:r>
              <a:rPr lang="en-US" sz="2400" dirty="0" smtClean="0"/>
              <a:t>s the marker</a:t>
            </a:r>
          </a:p>
          <a:p>
            <a:r>
              <a:rPr lang="en-US" sz="2400" dirty="0" smtClean="0"/>
              <a:t>file</a:t>
            </a:r>
            <a:endParaRPr lang="en-US" sz="2400" dirty="0" smtClean="0"/>
          </a:p>
        </p:txBody>
      </p:sp>
      <p:sp>
        <p:nvSpPr>
          <p:cNvPr id="37" name="Right Brace 36"/>
          <p:cNvSpPr/>
          <p:nvPr/>
        </p:nvSpPr>
        <p:spPr>
          <a:xfrm rot="16200000">
            <a:off x="7885344" y="-857121"/>
            <a:ext cx="623348" cy="4161680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2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106</Words>
  <Application>Microsoft Macintosh PowerPoint</Application>
  <PresentationFormat>Widescreen</PresentationFormat>
  <Paragraphs>90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12</cp:revision>
  <dcterms:created xsi:type="dcterms:W3CDTF">2017-03-25T01:26:03Z</dcterms:created>
  <dcterms:modified xsi:type="dcterms:W3CDTF">2017-03-25T03:42:55Z</dcterms:modified>
</cp:coreProperties>
</file>