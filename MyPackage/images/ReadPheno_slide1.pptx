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7205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2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021"/>
    <a:srgbClr val="FFE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28" autoAdjust="0"/>
    <p:restoredTop sz="86371" autoAdjust="0"/>
  </p:normalViewPr>
  <p:slideViewPr>
    <p:cSldViewPr snapToGrid="0" snapToObjects="1">
      <p:cViewPr varScale="1">
        <p:scale>
          <a:sx n="81" d="100"/>
          <a:sy n="81" d="100"/>
        </p:scale>
        <p:origin x="384" y="96"/>
      </p:cViewPr>
      <p:guideLst>
        <p:guide orient="horz" pos="2160"/>
        <p:guide pos="22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425" y="2130427"/>
            <a:ext cx="6124814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849" y="3886200"/>
            <a:ext cx="504396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198" y="4406902"/>
            <a:ext cx="612481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198" y="2906713"/>
            <a:ext cx="6124814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283" y="1600202"/>
            <a:ext cx="3182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2879" y="1600202"/>
            <a:ext cx="3182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3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83" y="1535113"/>
            <a:ext cx="318375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283" y="2174875"/>
            <a:ext cx="31837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60377" y="1535113"/>
            <a:ext cx="318500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60377" y="2174875"/>
            <a:ext cx="31850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5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0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3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83" y="273050"/>
            <a:ext cx="237061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7215" y="273052"/>
            <a:ext cx="402816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283" y="1435102"/>
            <a:ext cx="237061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7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2361" y="4800600"/>
            <a:ext cx="432339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2361" y="612775"/>
            <a:ext cx="432339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2361" y="5367338"/>
            <a:ext cx="432339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4106" y="274640"/>
            <a:ext cx="162127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283" y="274640"/>
            <a:ext cx="4743728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83" y="274638"/>
            <a:ext cx="64850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83" y="1600202"/>
            <a:ext cx="648509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283" y="6356352"/>
            <a:ext cx="1681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1935" y="6356352"/>
            <a:ext cx="22817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4059" y="6356352"/>
            <a:ext cx="1681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9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73910" y="-35626"/>
            <a:ext cx="7362701" cy="149629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1980712" y="190005"/>
            <a:ext cx="3253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cap="small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  <a:endParaRPr lang="en-AU" sz="4800" b="1" cap="small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004" y="1579418"/>
            <a:ext cx="58545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Space or comma separated text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First row can contain column headings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Data on one or more traits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Data on fixed effects (or features/predictors)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Missing values are allowed but the same code must be used across all the columns of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004" y="3307738"/>
            <a:ext cx="17636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en-AU" sz="2800" i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96814"/>
              </p:ext>
            </p:extLst>
          </p:nvPr>
        </p:nvGraphicFramePr>
        <p:xfrm>
          <a:off x="371209" y="4291871"/>
          <a:ext cx="661944" cy="2011680"/>
        </p:xfrm>
        <a:graphic>
          <a:graphicData uri="http://schemas.openxmlformats.org/drawingml/2006/table">
            <a:tbl>
              <a:tblPr bandRow="1">
                <a:tableStyleId>{D113A9D2-9D6B-4929-AA2D-F23B5EE8CBE7}</a:tableStyleId>
              </a:tblPr>
              <a:tblGrid>
                <a:gridCol w="661944"/>
              </a:tblGrid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Y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12.4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32.6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3.9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22.2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9.5</a:t>
                      </a:r>
                      <a:endParaRPr lang="en-AU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2595" y="3902287"/>
            <a:ext cx="10749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Single trait</a:t>
            </a:r>
            <a:endParaRPr lang="en-AU" sz="16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457796"/>
              </p:ext>
            </p:extLst>
          </p:nvPr>
        </p:nvGraphicFramePr>
        <p:xfrm>
          <a:off x="1481550" y="4286992"/>
          <a:ext cx="1635722" cy="2011680"/>
        </p:xfrm>
        <a:graphic>
          <a:graphicData uri="http://schemas.openxmlformats.org/drawingml/2006/table">
            <a:tbl>
              <a:tblPr bandRow="1">
                <a:tableStyleId>{306799F8-075E-4A3A-A7F6-7FBC6576F1A4}</a:tableStyleId>
              </a:tblPr>
              <a:tblGrid>
                <a:gridCol w="1635722"/>
              </a:tblGrid>
              <a:tr h="331782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y,PC1,PC2</a:t>
                      </a:r>
                      <a:endParaRPr lang="en-A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12.4,0.11,5.2</a:t>
                      </a:r>
                      <a:endParaRPr lang="en-A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32.6,0.32,19.4</a:t>
                      </a:r>
                      <a:endParaRPr lang="en-A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3.9,0.56,24.3</a:t>
                      </a:r>
                      <a:endParaRPr lang="en-A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22.2,-0.11,45.4</a:t>
                      </a:r>
                      <a:endParaRPr lang="en-A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NA,-0.32,10.3</a:t>
                      </a:r>
                      <a:endParaRPr lang="en-A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86607" y="3881436"/>
            <a:ext cx="19390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 trait, 2 fixed effects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4273454" y="3902287"/>
            <a:ext cx="20192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 traits, 2 fixed effects</a:t>
            </a:r>
            <a:endParaRPr lang="en-AU" sz="16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40437"/>
              </p:ext>
            </p:extLst>
          </p:nvPr>
        </p:nvGraphicFramePr>
        <p:xfrm>
          <a:off x="3467594" y="4270468"/>
          <a:ext cx="3586270" cy="2011680"/>
        </p:xfrm>
        <a:graphic>
          <a:graphicData uri="http://schemas.openxmlformats.org/drawingml/2006/table">
            <a:tbl>
              <a:tblPr bandRow="1">
                <a:tableStyleId>{E929F9F4-4A8F-4326-A1B4-22849713DDAB}</a:tableStyleId>
              </a:tblPr>
              <a:tblGrid>
                <a:gridCol w="717254"/>
                <a:gridCol w="717254"/>
                <a:gridCol w="717254"/>
                <a:gridCol w="717254"/>
                <a:gridCol w="717254"/>
              </a:tblGrid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t1</a:t>
                      </a:r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age</a:t>
                      </a:r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height</a:t>
                      </a:r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tr2</a:t>
                      </a:r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tr3</a:t>
                      </a:r>
                      <a:endParaRPr lang="en-AU" sz="1600" b="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23.45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38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175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-0.1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1005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14.87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44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180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-1.1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1007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19.19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25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176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-0.7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1034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15.04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-99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168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3.7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1016</a:t>
                      </a:r>
                      <a:endParaRPr lang="en-AU" sz="1600" dirty="0"/>
                    </a:p>
                  </a:txBody>
                  <a:tcPr/>
                </a:tc>
              </a:tr>
              <a:tr h="3117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24.11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169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-99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1024</a:t>
                      </a:r>
                      <a:endParaRPr lang="en-AU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599439" y="6387875"/>
            <a:ext cx="14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Missing value</a:t>
            </a:r>
            <a:endParaRPr lang="en-AU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4024903" y="5902036"/>
            <a:ext cx="452094" cy="585574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1828800" y="6282148"/>
            <a:ext cx="527335" cy="290393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3"/>
          </p:cNvCxnSpPr>
          <p:nvPr/>
        </p:nvCxnSpPr>
        <p:spPr>
          <a:xfrm flipV="1">
            <a:off x="4051888" y="6212023"/>
            <a:ext cx="1755146" cy="360518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99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115</Words>
  <Application>Microsoft Office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George</dc:creator>
  <cp:lastModifiedBy>George, Andrew (Data61, Dutton Park)</cp:lastModifiedBy>
  <cp:revision>27</cp:revision>
  <dcterms:created xsi:type="dcterms:W3CDTF">2017-04-06T21:59:24Z</dcterms:created>
  <dcterms:modified xsi:type="dcterms:W3CDTF">2017-05-11T02:00:47Z</dcterms:modified>
</cp:coreProperties>
</file>