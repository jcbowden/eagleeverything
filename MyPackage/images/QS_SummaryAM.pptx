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/>
    <p:restoredTop sz="94643"/>
  </p:normalViewPr>
  <p:slideViewPr>
    <p:cSldViewPr snapToGrid="0" snapToObjects="1">
      <p:cViewPr>
        <p:scale>
          <a:sx n="85" d="100"/>
          <a:sy n="85" d="100"/>
        </p:scale>
        <p:origin x="-2920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4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9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6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0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67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9AC59-4427-DB4B-B2D9-7405171DA267}" type="datetimeFigureOut">
              <a:rPr lang="en-US" smtClean="0"/>
              <a:t>28/03/17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442B9-9148-904C-A00E-DB9CBD04C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-119531" y="2345764"/>
            <a:ext cx="9920943" cy="4456165"/>
          </a:xfrm>
          <a:prstGeom prst="roundRect">
            <a:avLst/>
          </a:prstGeom>
          <a:solidFill>
            <a:schemeClr val="bg2">
              <a:lumMod val="25000"/>
            </a:schemeClr>
          </a:solidFill>
          <a:effectLst>
            <a:softEdge rad="431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2921" y="366225"/>
            <a:ext cx="38159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>
                <a:solidFill>
                  <a:schemeClr val="accent6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SummaryAM</a:t>
            </a:r>
            <a:endParaRPr lang="en-US" sz="4000" b="1" dirty="0">
              <a:solidFill>
                <a:schemeClr val="accent6">
                  <a:lumMod val="75000"/>
                </a:schemeClr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2921" y="2960674"/>
            <a:ext cx="8086472" cy="830997"/>
          </a:xfrm>
          <a:prstGeom prst="rect">
            <a:avLst/>
          </a:prstGeom>
          <a:solidFill>
            <a:srgbClr val="767171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SummaryAM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AMobj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resAM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pheno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phenoObj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geno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genoObj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, map=</a:t>
            </a:r>
            <a:r>
              <a:rPr lang="en-US" sz="2400" dirty="0" err="1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mapObj</a:t>
            </a:r>
            <a:r>
              <a:rPr lang="en-US" sz="2400" dirty="0" smtClean="0">
                <a:solidFill>
                  <a:srgbClr val="FFFFFF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sz="2400" dirty="0" smtClean="0">
              <a:solidFill>
                <a:srgbClr val="FFFFFF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215" y="1172232"/>
            <a:ext cx="11820513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SummaryAM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AMobj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= NULL, 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pheno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= NULL, </a:t>
            </a:r>
            <a:r>
              <a:rPr lang="en-US" sz="2400" dirty="0" err="1">
                <a:latin typeface="Courier" charset="0"/>
                <a:ea typeface="Courier" charset="0"/>
                <a:cs typeface="Courier" charset="0"/>
              </a:rPr>
              <a:t>geno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= NULL, map = NULL)</a:t>
            </a:r>
            <a:endParaRPr lang="en-US" sz="2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2921" y="2217548"/>
            <a:ext cx="2575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Examples of Usage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42921" y="4171849"/>
            <a:ext cx="77414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A9D18E"/>
                </a:solidFill>
              </a:rPr>
              <a:t>Two summary tables are produced. The first table lists the “best” set of </a:t>
            </a:r>
            <a:r>
              <a:rPr lang="en-US" dirty="0" err="1" smtClean="0">
                <a:solidFill>
                  <a:srgbClr val="A9D18E"/>
                </a:solidFill>
              </a:rPr>
              <a:t>snp</a:t>
            </a:r>
            <a:r>
              <a:rPr lang="en-US" dirty="0" smtClean="0">
                <a:solidFill>
                  <a:srgbClr val="A9D18E"/>
                </a:solidFill>
              </a:rPr>
              <a:t>, their effect sizes in the model, and their p-value. The second table lists the “best” set of </a:t>
            </a:r>
            <a:r>
              <a:rPr lang="en-US" dirty="0" err="1" smtClean="0">
                <a:solidFill>
                  <a:srgbClr val="A9D18E"/>
                </a:solidFill>
              </a:rPr>
              <a:t>snp</a:t>
            </a:r>
            <a:r>
              <a:rPr lang="en-US" dirty="0" smtClean="0">
                <a:solidFill>
                  <a:srgbClr val="A9D18E"/>
                </a:solidFill>
              </a:rPr>
              <a:t> and the proportion of phenotypic variance explained as each </a:t>
            </a:r>
            <a:r>
              <a:rPr lang="en-US" dirty="0" err="1" smtClean="0">
                <a:solidFill>
                  <a:srgbClr val="A9D18E"/>
                </a:solidFill>
              </a:rPr>
              <a:t>snp</a:t>
            </a:r>
            <a:r>
              <a:rPr lang="en-US" dirty="0" smtClean="0">
                <a:solidFill>
                  <a:srgbClr val="A9D18E"/>
                </a:solidFill>
              </a:rPr>
              <a:t> is added in tern to the model. </a:t>
            </a:r>
          </a:p>
          <a:p>
            <a:endParaRPr lang="en-US" dirty="0">
              <a:solidFill>
                <a:srgbClr val="A9D18E"/>
              </a:solidFill>
            </a:endParaRPr>
          </a:p>
          <a:p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693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101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Andrew George</cp:lastModifiedBy>
  <cp:revision>25</cp:revision>
  <dcterms:created xsi:type="dcterms:W3CDTF">2017-03-26T20:48:11Z</dcterms:created>
  <dcterms:modified xsi:type="dcterms:W3CDTF">2017-03-28T02:42:23Z</dcterms:modified>
</cp:coreProperties>
</file>