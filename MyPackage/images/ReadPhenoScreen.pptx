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DA913-3DB7-4A56-BACB-C9F5FCD458EF}" type="datetimeFigureOut">
              <a:rPr lang="en-AU" smtClean="0"/>
              <a:t>9/05/2017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26601-922D-42AB-AD64-B069B4963E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3522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D26601-922D-42AB-AD64-B069B4963EF5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86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3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3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5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3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70EC-C93D-184C-A5D2-1A8DE8948500}" type="datetimeFigureOut">
              <a:rPr lang="en-US" smtClean="0"/>
              <a:t>5/9/2017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5510-ED75-E04B-B781-A492BCF74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9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33" y="0"/>
            <a:ext cx="9144000" cy="6829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20178" y="1929996"/>
            <a:ext cx="4412805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chemeClr val="bg1">
                    <a:lumMod val="85000"/>
                  </a:schemeClr>
                </a:solidFill>
              </a:rPr>
              <a:t>Step 1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yes/no as to </a:t>
            </a:r>
            <a:r>
              <a:rPr lang="en-US" sz="1600" dirty="0" smtClean="0">
                <a:solidFill>
                  <a:schemeClr val="bg1"/>
                </a:solidFill>
              </a:rPr>
              <a:t>whether the </a:t>
            </a:r>
            <a:r>
              <a:rPr lang="en-US" sz="1600" dirty="0" smtClean="0">
                <a:solidFill>
                  <a:schemeClr val="bg1"/>
                </a:solidFill>
              </a:rPr>
              <a:t>first </a:t>
            </a:r>
            <a:r>
              <a:rPr lang="en-US" sz="1600" dirty="0" smtClean="0">
                <a:solidFill>
                  <a:schemeClr val="bg1"/>
                </a:solidFill>
              </a:rPr>
              <a:t>row of </a:t>
            </a:r>
            <a:r>
              <a:rPr lang="en-US" sz="1600" dirty="0" smtClean="0">
                <a:solidFill>
                  <a:schemeClr val="bg1"/>
                </a:solidFill>
              </a:rPr>
              <a:t>the phenotypic </a:t>
            </a:r>
            <a:r>
              <a:rPr lang="en-US" sz="1600" dirty="0" smtClean="0">
                <a:solidFill>
                  <a:schemeClr val="bg1"/>
                </a:solidFill>
              </a:rPr>
              <a:t>file </a:t>
            </a:r>
            <a:r>
              <a:rPr lang="en-US" sz="1600" dirty="0" smtClean="0">
                <a:solidFill>
                  <a:schemeClr val="bg1"/>
                </a:solidFill>
              </a:rPr>
              <a:t>contains column headings.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43112" y="2389786"/>
            <a:ext cx="2971135" cy="100670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845792" y="3321064"/>
            <a:ext cx="2868455" cy="169688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20178" y="2811327"/>
            <a:ext cx="5295741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2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yes/no if file is comma separated. A space separated file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is assumed if no is selected.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0178" y="4688887"/>
            <a:ext cx="4088379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</a:t>
            </a:r>
            <a:r>
              <a:rPr lang="en-US" sz="1600" b="1" dirty="0" smtClean="0">
                <a:solidFill>
                  <a:srgbClr val="D9D9D9"/>
                </a:solidFill>
              </a:rPr>
              <a:t>4</a:t>
            </a:r>
            <a:endParaRPr lang="en-US" sz="1600" b="1" dirty="0" smtClean="0">
              <a:solidFill>
                <a:srgbClr val="D9D9D9"/>
              </a:solidFill>
            </a:endParaRP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By clicking Choose File, a file browser opens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f</a:t>
            </a:r>
            <a:r>
              <a:rPr lang="en-US" sz="1600" dirty="0" smtClean="0">
                <a:solidFill>
                  <a:schemeClr val="bg1"/>
                </a:solidFill>
              </a:rPr>
              <a:t>rom which the phenotypic file can be selected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1232850" y="5104385"/>
            <a:ext cx="2481397" cy="388455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1458830" y="6039732"/>
            <a:ext cx="2255417" cy="384777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20178" y="5671597"/>
            <a:ext cx="4817545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</a:t>
            </a:r>
            <a:r>
              <a:rPr lang="en-US" sz="1600" b="1" dirty="0" smtClean="0">
                <a:solidFill>
                  <a:srgbClr val="D9D9D9"/>
                </a:solidFill>
              </a:rPr>
              <a:t>5</a:t>
            </a:r>
            <a:endParaRPr lang="en-US" sz="1600" b="1" dirty="0" smtClean="0">
              <a:solidFill>
                <a:srgbClr val="D9D9D9"/>
              </a:solidFill>
            </a:endParaRP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Click on Upload file when ready.  The loading animation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w</a:t>
            </a:r>
            <a:r>
              <a:rPr lang="en-US" sz="1600" dirty="0" smtClean="0">
                <a:solidFill>
                  <a:schemeClr val="bg1"/>
                </a:solidFill>
              </a:rPr>
              <a:t>ill appear while the data is being read. 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948473" y="4387805"/>
            <a:ext cx="2765774" cy="169688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20178" y="3726496"/>
            <a:ext cx="4677884" cy="830997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US" sz="1600" b="1" dirty="0" smtClean="0">
                <a:solidFill>
                  <a:srgbClr val="D9D9D9"/>
                </a:solidFill>
              </a:rPr>
              <a:t>Step </a:t>
            </a:r>
            <a:r>
              <a:rPr lang="en-US" sz="1600" b="1" dirty="0" smtClean="0">
                <a:solidFill>
                  <a:srgbClr val="D9D9D9"/>
                </a:solidFill>
              </a:rPr>
              <a:t>3</a:t>
            </a:r>
            <a:endParaRPr lang="en-US" sz="1600" b="1" dirty="0" smtClean="0">
              <a:solidFill>
                <a:srgbClr val="D9D9D9"/>
              </a:solidFill>
            </a:endParaRP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Enter value that is being used to denote missing data. </a:t>
            </a:r>
          </a:p>
          <a:p>
            <a:pPr algn="just"/>
            <a:r>
              <a:rPr lang="en-US" sz="1600" dirty="0" smtClean="0">
                <a:solidFill>
                  <a:schemeClr val="bg1"/>
                </a:solidFill>
              </a:rPr>
              <a:t>Leave blank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if there is no missing data. 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smtClean="0">
                <a:solidFill>
                  <a:schemeClr val="bg1"/>
                </a:solidFill>
              </a:rPr>
              <a:t>    </a:t>
            </a:r>
            <a:endParaRPr lang="en-US" sz="1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8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102</Words>
  <Application>Microsoft Office PowerPoint</Application>
  <PresentationFormat>On-screen Show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CSIRO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George</dc:creator>
  <cp:lastModifiedBy>George, Andrew (Data61, Dutton Park)</cp:lastModifiedBy>
  <cp:revision>14</cp:revision>
  <dcterms:created xsi:type="dcterms:W3CDTF">2017-04-06T21:59:24Z</dcterms:created>
  <dcterms:modified xsi:type="dcterms:W3CDTF">2017-05-09T00:23:12Z</dcterms:modified>
</cp:coreProperties>
</file>