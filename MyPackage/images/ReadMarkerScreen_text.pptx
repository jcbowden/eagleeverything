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7205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2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021"/>
    <a:srgbClr val="FFE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9382" autoAdjust="0"/>
  </p:normalViewPr>
  <p:slideViewPr>
    <p:cSldViewPr snapToGrid="0" snapToObjects="1">
      <p:cViewPr varScale="1">
        <p:scale>
          <a:sx n="109" d="100"/>
          <a:sy n="109" d="100"/>
        </p:scale>
        <p:origin x="1194" y="102"/>
      </p:cViewPr>
      <p:guideLst>
        <p:guide orient="horz" pos="2160"/>
        <p:guide pos="22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425" y="2130427"/>
            <a:ext cx="6124814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849" y="3886200"/>
            <a:ext cx="504396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198" y="4406902"/>
            <a:ext cx="612481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198" y="2906713"/>
            <a:ext cx="6124814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283" y="1600202"/>
            <a:ext cx="3182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2879" y="1600202"/>
            <a:ext cx="3182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3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83" y="1535113"/>
            <a:ext cx="318375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283" y="2174875"/>
            <a:ext cx="31837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60377" y="1535113"/>
            <a:ext cx="318500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60377" y="2174875"/>
            <a:ext cx="31850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5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0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3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83" y="273050"/>
            <a:ext cx="237061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7215" y="273052"/>
            <a:ext cx="402816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283" y="1435102"/>
            <a:ext cx="237061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7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2361" y="4800600"/>
            <a:ext cx="432339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2361" y="612775"/>
            <a:ext cx="432339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2361" y="5367338"/>
            <a:ext cx="432339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4106" y="274640"/>
            <a:ext cx="162127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283" y="274640"/>
            <a:ext cx="4743728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83" y="274638"/>
            <a:ext cx="64850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83" y="1600202"/>
            <a:ext cx="648509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283" y="6356352"/>
            <a:ext cx="1681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1935" y="6356352"/>
            <a:ext cx="22817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4059" y="6356352"/>
            <a:ext cx="1681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9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40" y="52919"/>
            <a:ext cx="4417227" cy="40813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70437" y="1011261"/>
            <a:ext cx="1929798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8064A2"/>
                </a:solidFill>
              </a:rPr>
              <a:t>Step1 : Set as text/ASCII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1876" y="3812935"/>
            <a:ext cx="2882094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8064A2"/>
                </a:solidFill>
              </a:rPr>
              <a:t>Once the file has been read, </a:t>
            </a:r>
          </a:p>
          <a:p>
            <a:pPr algn="ctr"/>
            <a:r>
              <a:rPr lang="en-US" sz="1400" dirty="0" smtClean="0">
                <a:solidFill>
                  <a:srgbClr val="8064A2"/>
                </a:solidFill>
              </a:rPr>
              <a:t>the loading animation will disappear, </a:t>
            </a:r>
          </a:p>
          <a:p>
            <a:pPr algn="ctr"/>
            <a:r>
              <a:rPr lang="en-US" sz="1400" dirty="0" smtClean="0">
                <a:solidFill>
                  <a:srgbClr val="8064A2"/>
                </a:solidFill>
              </a:rPr>
              <a:t>with only the output remaining</a:t>
            </a:r>
            <a:endParaRPr lang="en-US" sz="1400" dirty="0">
              <a:solidFill>
                <a:srgbClr val="8064A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70437" y="2647715"/>
            <a:ext cx="2462533" cy="307777"/>
          </a:xfrm>
          <a:prstGeom prst="rect">
            <a:avLst/>
          </a:prstGeom>
          <a:solidFill>
            <a:srgbClr val="FFFFFF"/>
          </a:solidFill>
          <a:ln>
            <a:solidFill>
              <a:srgbClr val="604A7B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8064A2"/>
                </a:solidFill>
              </a:rPr>
              <a:t>Step 3 : Set amount of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0437" y="3095273"/>
            <a:ext cx="3365464" cy="307777"/>
          </a:xfrm>
          <a:prstGeom prst="rect">
            <a:avLst/>
          </a:prstGeom>
          <a:solidFill>
            <a:srgbClr val="FFFFFF"/>
          </a:solidFill>
          <a:ln>
            <a:solidFill>
              <a:srgbClr val="604A7B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8064A2"/>
                </a:solidFill>
              </a:rPr>
              <a:t>Step 4 : Click here to open file browser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0437" y="3508693"/>
            <a:ext cx="3365464" cy="307777"/>
          </a:xfrm>
          <a:prstGeom prst="rect">
            <a:avLst/>
          </a:prstGeom>
          <a:solidFill>
            <a:srgbClr val="FFFFFF"/>
          </a:solidFill>
          <a:ln>
            <a:solidFill>
              <a:srgbClr val="604A7B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8064A2"/>
                </a:solidFill>
              </a:rPr>
              <a:t>Step 5 : Click here to begin reading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9760" y="3812935"/>
            <a:ext cx="2892439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accent4"/>
                </a:solidFill>
              </a:rPr>
              <a:t>As the file is being read,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smtClean="0">
                <a:solidFill>
                  <a:schemeClr val="accent4"/>
                </a:solidFill>
              </a:rPr>
              <a:t> a loading </a:t>
            </a:r>
          </a:p>
          <a:p>
            <a:pPr algn="ctr"/>
            <a:r>
              <a:rPr lang="en-US" sz="1400" dirty="0">
                <a:solidFill>
                  <a:schemeClr val="accent4"/>
                </a:solidFill>
              </a:rPr>
              <a:t>a</a:t>
            </a:r>
            <a:r>
              <a:rPr lang="en-US" sz="1400" dirty="0" smtClean="0">
                <a:solidFill>
                  <a:schemeClr val="accent4"/>
                </a:solidFill>
              </a:rPr>
              <a:t>nimation appears along with output </a:t>
            </a:r>
          </a:p>
          <a:p>
            <a:pPr algn="ctr"/>
            <a:r>
              <a:rPr lang="en-US" sz="1400" dirty="0" smtClean="0">
                <a:solidFill>
                  <a:schemeClr val="accent4"/>
                </a:solidFill>
              </a:rPr>
              <a:t>in the right panel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42" name="Circular Arrow 41"/>
          <p:cNvSpPr/>
          <p:nvPr/>
        </p:nvSpPr>
        <p:spPr>
          <a:xfrm rot="20703945" flipH="1">
            <a:off x="362868" y="2595323"/>
            <a:ext cx="1583441" cy="165660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5181313"/>
              <a:gd name="adj5" fmla="val 12500"/>
            </a:avLst>
          </a:prstGeom>
          <a:solidFill>
            <a:srgbClr val="EB0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3232839" y="5531533"/>
            <a:ext cx="850195" cy="514317"/>
          </a:xfrm>
          <a:prstGeom prst="rightArrow">
            <a:avLst/>
          </a:prstGeom>
          <a:solidFill>
            <a:srgbClr val="EB0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070437" y="1573591"/>
            <a:ext cx="3908404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8064A2"/>
                </a:solidFill>
              </a:rPr>
              <a:t>Step2 : Match genotype codes to AA, AB, and BB.</a:t>
            </a:r>
          </a:p>
          <a:p>
            <a:r>
              <a:rPr lang="en-US" sz="1400" dirty="0">
                <a:solidFill>
                  <a:srgbClr val="8064A2"/>
                </a:solidFill>
              </a:rPr>
              <a:t>	 </a:t>
            </a:r>
            <a:r>
              <a:rPr lang="en-US" sz="1400" dirty="0" smtClean="0">
                <a:solidFill>
                  <a:srgbClr val="8064A2"/>
                </a:solidFill>
              </a:rPr>
              <a:t> Can leave AB blank if individuals are inbred.</a:t>
            </a:r>
          </a:p>
          <a:p>
            <a:r>
              <a:rPr lang="en-US" sz="1400" dirty="0">
                <a:solidFill>
                  <a:srgbClr val="8064A2"/>
                </a:solidFill>
              </a:rPr>
              <a:t> </a:t>
            </a:r>
            <a:r>
              <a:rPr lang="en-US" sz="1400" dirty="0" smtClean="0">
                <a:solidFill>
                  <a:srgbClr val="8064A2"/>
                </a:solidFill>
              </a:rPr>
              <a:t>             Set missing value if any.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83" y="4519240"/>
            <a:ext cx="1833351" cy="21617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169" y="4538545"/>
            <a:ext cx="1859728" cy="219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7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79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George</dc:creator>
  <cp:lastModifiedBy>George, Andrew (Data61, Dutton Park)</cp:lastModifiedBy>
  <cp:revision>17</cp:revision>
  <dcterms:created xsi:type="dcterms:W3CDTF">2017-04-06T21:59:24Z</dcterms:created>
  <dcterms:modified xsi:type="dcterms:W3CDTF">2017-05-10T23:25:05Z</dcterms:modified>
</cp:coreProperties>
</file>