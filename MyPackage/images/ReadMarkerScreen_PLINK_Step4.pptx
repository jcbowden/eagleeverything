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7205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8" d="100"/>
          <a:sy n="108" d="100"/>
        </p:scale>
        <p:origin x="-1760" y="640"/>
      </p:cViewPr>
      <p:guideLst>
        <p:guide orient="horz" pos="2160"/>
        <p:guide pos="22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425" y="2130427"/>
            <a:ext cx="6124814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849" y="3886200"/>
            <a:ext cx="504396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198" y="4406902"/>
            <a:ext cx="612481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198" y="2906713"/>
            <a:ext cx="612481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83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2879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535113"/>
            <a:ext cx="318375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283" y="2174875"/>
            <a:ext cx="31837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0377" y="1535113"/>
            <a:ext cx="318500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0377" y="2174875"/>
            <a:ext cx="31850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83" y="273050"/>
            <a:ext cx="23706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7215" y="273052"/>
            <a:ext cx="402816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83" y="1435102"/>
            <a:ext cx="237061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361" y="4800600"/>
            <a:ext cx="432339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2361" y="612775"/>
            <a:ext cx="432339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2361" y="5367338"/>
            <a:ext cx="432339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4106" y="274640"/>
            <a:ext cx="162127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283" y="274640"/>
            <a:ext cx="4743728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83" y="274638"/>
            <a:ext cx="64850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600202"/>
            <a:ext cx="648509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283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1935" y="6356352"/>
            <a:ext cx="2281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4059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adMarkerScree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9206"/>
            <a:ext cx="3602520" cy="2664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747907" y="1481540"/>
            <a:ext cx="1489624" cy="1058242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37991" y="1111930"/>
            <a:ext cx="1729259" cy="584776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Click here to begin </a:t>
            </a:r>
          </a:p>
          <a:p>
            <a:r>
              <a:rPr lang="en-US" sz="1600" dirty="0">
                <a:solidFill>
                  <a:schemeClr val="bg1"/>
                </a:solidFill>
              </a:rPr>
              <a:t>r</a:t>
            </a:r>
            <a:r>
              <a:rPr lang="en-US" sz="1600" dirty="0" smtClean="0">
                <a:solidFill>
                  <a:schemeClr val="bg1"/>
                </a:solidFill>
              </a:rPr>
              <a:t>eading of file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8" descr="screen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654" y="1942927"/>
            <a:ext cx="2986280" cy="284207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13" idx="3"/>
          </p:cNvCxnSpPr>
          <p:nvPr/>
        </p:nvCxnSpPr>
        <p:spPr>
          <a:xfrm>
            <a:off x="1996861" y="3300109"/>
            <a:ext cx="1250505" cy="415498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0" y="2884610"/>
            <a:ext cx="1996861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While file is being </a:t>
            </a:r>
          </a:p>
          <a:p>
            <a:r>
              <a:rPr lang="en-US" sz="1600" dirty="0">
                <a:solidFill>
                  <a:schemeClr val="bg1"/>
                </a:solidFill>
              </a:rPr>
              <a:t>r</a:t>
            </a:r>
            <a:r>
              <a:rPr lang="en-US" sz="1600" dirty="0" smtClean="0">
                <a:solidFill>
                  <a:schemeClr val="bg1"/>
                </a:solidFill>
              </a:rPr>
              <a:t>ead, a loading </a:t>
            </a:r>
          </a:p>
          <a:p>
            <a:r>
              <a:rPr lang="en-US" sz="1600" dirty="0">
                <a:solidFill>
                  <a:schemeClr val="bg1"/>
                </a:solidFill>
              </a:rPr>
              <a:t>a</a:t>
            </a:r>
            <a:r>
              <a:rPr lang="en-US" sz="1600" dirty="0" smtClean="0">
                <a:solidFill>
                  <a:schemeClr val="bg1"/>
                </a:solidFill>
              </a:rPr>
              <a:t>nimation will appear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7983" y="1281207"/>
            <a:ext cx="2171588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As the file is being read,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o</a:t>
            </a:r>
            <a:r>
              <a:rPr lang="en-US" sz="1600" dirty="0" smtClean="0">
                <a:solidFill>
                  <a:schemeClr val="bg1"/>
                </a:solidFill>
              </a:rPr>
              <a:t>utput appears in the </a:t>
            </a:r>
          </a:p>
          <a:p>
            <a:r>
              <a:rPr lang="en-US" sz="1600" dirty="0">
                <a:solidFill>
                  <a:schemeClr val="bg1"/>
                </a:solidFill>
              </a:rPr>
              <a:t>r</a:t>
            </a:r>
            <a:r>
              <a:rPr lang="en-US" sz="1600" dirty="0" smtClean="0">
                <a:solidFill>
                  <a:schemeClr val="bg1"/>
                </a:solidFill>
              </a:rPr>
              <a:t>ight panel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268716" y="2112204"/>
            <a:ext cx="1058359" cy="1187905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415" y="3854699"/>
            <a:ext cx="3367320" cy="284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7811" y="5366298"/>
            <a:ext cx="3267441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Once the file has been read, 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the loading animation will disappear, 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with only the output remaining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598860" y="5608686"/>
            <a:ext cx="2329074" cy="0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5761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49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Andrew George</cp:lastModifiedBy>
  <cp:revision>6</cp:revision>
  <dcterms:created xsi:type="dcterms:W3CDTF">2017-04-06T21:59:24Z</dcterms:created>
  <dcterms:modified xsi:type="dcterms:W3CDTF">2017-04-07T03:26:03Z</dcterms:modified>
</cp:coreProperties>
</file>