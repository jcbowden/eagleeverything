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</p:sldIdLst>
  <p:sldSz cx="7205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2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0021"/>
    <a:srgbClr val="FFE8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28" autoAdjust="0"/>
    <p:restoredTop sz="86371" autoAdjust="0"/>
  </p:normalViewPr>
  <p:slideViewPr>
    <p:cSldViewPr snapToGrid="0" snapToObjects="1">
      <p:cViewPr varScale="1">
        <p:scale>
          <a:sx n="81" d="100"/>
          <a:sy n="81" d="100"/>
        </p:scale>
        <p:origin x="1062" y="96"/>
      </p:cViewPr>
      <p:guideLst>
        <p:guide orient="horz" pos="2160"/>
        <p:guide pos="22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425" y="2130427"/>
            <a:ext cx="6124814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849" y="3886200"/>
            <a:ext cx="504396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5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198" y="4406902"/>
            <a:ext cx="612481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9198" y="2906713"/>
            <a:ext cx="6124814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4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283" y="1600202"/>
            <a:ext cx="3182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62879" y="1600202"/>
            <a:ext cx="3182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3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83" y="1535113"/>
            <a:ext cx="318375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283" y="2174875"/>
            <a:ext cx="318375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60377" y="1535113"/>
            <a:ext cx="318500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60377" y="2174875"/>
            <a:ext cx="31850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5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0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3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83" y="273050"/>
            <a:ext cx="237061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7215" y="273052"/>
            <a:ext cx="402816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283" y="1435102"/>
            <a:ext cx="237061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7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2361" y="4800600"/>
            <a:ext cx="432339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12361" y="612775"/>
            <a:ext cx="432339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2361" y="5367338"/>
            <a:ext cx="432339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24106" y="274640"/>
            <a:ext cx="1621274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0283" y="274640"/>
            <a:ext cx="4743728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283" y="274638"/>
            <a:ext cx="648509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83" y="1600202"/>
            <a:ext cx="648509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283" y="6356352"/>
            <a:ext cx="1681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1935" y="6356352"/>
            <a:ext cx="22817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4059" y="6356352"/>
            <a:ext cx="1681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92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73910" y="-35626"/>
            <a:ext cx="7362701" cy="149629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1980712" y="190005"/>
            <a:ext cx="32534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cap="small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Input Data</a:t>
            </a:r>
            <a:endParaRPr lang="en-AU" sz="4800" b="1" cap="small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004" y="1579418"/>
            <a:ext cx="585453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Space or comma separated text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First row can contain column headings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File can contain 3 or 4 columns as with a PLINK map file. </a:t>
            </a:r>
            <a:endParaRPr lang="en-US" sz="16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First column must be marker name.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The order of </a:t>
            </a:r>
            <a:r>
              <a:rPr lang="en-US" sz="1600" dirty="0" err="1" smtClean="0">
                <a:solidFill>
                  <a:schemeClr val="bg1">
                    <a:lumMod val="50000"/>
                  </a:schemeClr>
                </a:solidFill>
              </a:rPr>
              <a:t>snp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 in this file is assumed to match the columns of data in the marker file. </a:t>
            </a:r>
            <a:endParaRPr lang="en-US" sz="16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Missing values are 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not allowed</a:t>
            </a:r>
            <a:endParaRPr lang="en-US" sz="16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004" y="3430067"/>
            <a:ext cx="17636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endParaRPr lang="en-AU" sz="2800" i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723656"/>
              </p:ext>
            </p:extLst>
          </p:nvPr>
        </p:nvGraphicFramePr>
        <p:xfrm>
          <a:off x="486887" y="4345049"/>
          <a:ext cx="2315689" cy="2164080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1056905"/>
                <a:gridCol w="653142"/>
                <a:gridCol w="605642"/>
              </a:tblGrid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/>
                        <a:t>snp</a:t>
                      </a:r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/>
                        <a:t>chrm</a:t>
                      </a:r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/>
                        <a:t>cM</a:t>
                      </a:r>
                      <a:endParaRPr lang="en-AU" sz="1600" b="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rs234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1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0.1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rs245wr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1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2.4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rs5345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2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0.5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rs2342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2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12.4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rs884837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3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0.9</a:t>
                      </a:r>
                      <a:endParaRPr lang="en-AU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455610"/>
              </p:ext>
            </p:extLst>
          </p:nvPr>
        </p:nvGraphicFramePr>
        <p:xfrm>
          <a:off x="3117271" y="4350295"/>
          <a:ext cx="3695206" cy="2164080"/>
        </p:xfrm>
        <a:graphic>
          <a:graphicData uri="http://schemas.openxmlformats.org/drawingml/2006/table">
            <a:tbl>
              <a:tblPr bandRow="1">
                <a:tableStyleId>{E929F9F4-4A8F-4326-A1B4-22849713DDAB}</a:tableStyleId>
              </a:tblPr>
              <a:tblGrid>
                <a:gridCol w="1047009"/>
                <a:gridCol w="736270"/>
                <a:gridCol w="736270"/>
                <a:gridCol w="1175657"/>
              </a:tblGrid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 smtClean="0"/>
                        <a:t>snp</a:t>
                      </a:r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 smtClean="0"/>
                        <a:t>chrm</a:t>
                      </a:r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 smtClean="0"/>
                        <a:t>cM</a:t>
                      </a:r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 smtClean="0"/>
                        <a:t>basepair</a:t>
                      </a:r>
                      <a:endParaRPr lang="en-AU" sz="1600" b="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rs234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1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0.1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167104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rs245wr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1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2.4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600" dirty="0" smtClean="0"/>
                        <a:t>3854496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rs5345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2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0.5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803020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rs2342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2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12.4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20075502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rs884837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3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0.9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600" dirty="0" smtClean="0"/>
                        <a:t>1445436</a:t>
                      </a:r>
                      <a:endParaRPr lang="en-AU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10981" y="3953287"/>
            <a:ext cx="186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 column map file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4031124" y="3953287"/>
            <a:ext cx="186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 column map file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079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112</Words>
  <Application>Microsoft Office PowerPoint</Application>
  <PresentationFormat>Custom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George</dc:creator>
  <cp:lastModifiedBy>George, Andrew (Data61, Dutton Park)</cp:lastModifiedBy>
  <cp:revision>37</cp:revision>
  <dcterms:created xsi:type="dcterms:W3CDTF">2017-04-06T21:59:24Z</dcterms:created>
  <dcterms:modified xsi:type="dcterms:W3CDTF">2017-05-11T03:29:35Z</dcterms:modified>
</cp:coreProperties>
</file>