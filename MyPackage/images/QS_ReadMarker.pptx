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107997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/>
    <p:restoredTop sz="94643"/>
  </p:normalViewPr>
  <p:slideViewPr>
    <p:cSldViewPr snapToGrid="0" snapToObjects="1">
      <p:cViewPr>
        <p:scale>
          <a:sx n="85" d="100"/>
          <a:sy n="85" d="100"/>
        </p:scale>
        <p:origin x="-2920" y="-160"/>
      </p:cViewPr>
      <p:guideLst>
        <p:guide orient="horz" pos="340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7462"/>
            <a:ext cx="9144000" cy="375991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4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692442"/>
            <a:ext cx="10515600" cy="449240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7227343"/>
            <a:ext cx="10515600" cy="23624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9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9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88"/>
            <a:ext cx="10515600" cy="20874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647443"/>
            <a:ext cx="5183188" cy="12974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944914"/>
            <a:ext cx="5183188" cy="58023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719984"/>
            <a:ext cx="3932237" cy="25199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6"/>
            <a:ext cx="6172200" cy="767483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3239929"/>
            <a:ext cx="3932237" cy="60023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719984"/>
            <a:ext cx="3932237" cy="25199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554966"/>
            <a:ext cx="6172200" cy="76748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3239929"/>
            <a:ext cx="3932237" cy="60023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6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0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74987"/>
            <a:ext cx="2628900" cy="9152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574987"/>
            <a:ext cx="7734300" cy="9152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6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88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1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1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1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5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/>
          <p:cNvSpPr/>
          <p:nvPr/>
        </p:nvSpPr>
        <p:spPr>
          <a:xfrm>
            <a:off x="25434" y="6619100"/>
            <a:ext cx="7440706" cy="3914284"/>
          </a:xfrm>
          <a:prstGeom prst="roundRect">
            <a:avLst/>
          </a:prstGeom>
          <a:solidFill>
            <a:schemeClr val="bg2">
              <a:lumMod val="25000"/>
            </a:schemeClr>
          </a:solidFill>
          <a:effectLst>
            <a:softEdge rad="431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846" y="133477"/>
            <a:ext cx="36514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>
                <a:solidFill>
                  <a:schemeClr val="accent6">
                    <a:lumMod val="75000"/>
                  </a:schemeClr>
                </a:solidFill>
                <a:latin typeface="Verdana" charset="0"/>
                <a:ea typeface="Verdana" charset="0"/>
                <a:cs typeface="Verdana" charset="0"/>
              </a:rPr>
              <a:t>ReadMarker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8846" y="1040044"/>
            <a:ext cx="11610755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ReadMarker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(filename = NULL, type = "text", AA = NULL, AB = NULL</a:t>
            </a:r>
            <a:r>
              <a:rPr lang="en-US" sz="2000" dirty="0" smtClean="0">
                <a:latin typeface="Courier" charset="0"/>
                <a:ea typeface="Courier" charset="0"/>
                <a:cs typeface="Courier" charset="0"/>
              </a:rPr>
              <a:t>, BB 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= NULL, </a:t>
            </a:r>
            <a:endParaRPr lang="en-US" sz="2000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000" dirty="0" smtClean="0">
                <a:latin typeface="Courier" charset="0"/>
                <a:ea typeface="Courier" charset="0"/>
                <a:cs typeface="Courier" charset="0"/>
              </a:rPr>
              <a:t>          </a:t>
            </a:r>
            <a:r>
              <a:rPr lang="en-US" sz="2000" dirty="0" err="1" smtClean="0">
                <a:latin typeface="Courier" charset="0"/>
                <a:ea typeface="Courier" charset="0"/>
                <a:cs typeface="Courier" charset="0"/>
              </a:rPr>
              <a:t>availmemGb</a:t>
            </a:r>
            <a:r>
              <a:rPr lang="en-US" sz="20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= 8,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csv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= FALSE, quiet = FALSE)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05923" y="1873901"/>
            <a:ext cx="2575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Examples of Usage</a:t>
            </a:r>
            <a:endParaRPr lang="en-US" sz="2400" b="1" dirty="0"/>
          </a:p>
        </p:txBody>
      </p:sp>
      <p:sp>
        <p:nvSpPr>
          <p:cNvPr id="35" name="Rounded Rectangle 34"/>
          <p:cNvSpPr/>
          <p:nvPr/>
        </p:nvSpPr>
        <p:spPr>
          <a:xfrm>
            <a:off x="-119530" y="2409527"/>
            <a:ext cx="6110942" cy="3914284"/>
          </a:xfrm>
          <a:prstGeom prst="roundRect">
            <a:avLst/>
          </a:prstGeom>
          <a:solidFill>
            <a:schemeClr val="bg2">
              <a:lumMod val="25000"/>
            </a:schemeClr>
          </a:solidFill>
          <a:effectLst>
            <a:softEdge rad="431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2025" y="2837544"/>
            <a:ext cx="1725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Quick </a:t>
            </a:r>
            <a:r>
              <a:rPr lang="en-US" sz="28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9989" y="3453317"/>
            <a:ext cx="3878586" cy="400110"/>
          </a:xfrm>
          <a:prstGeom prst="rect">
            <a:avLst/>
          </a:prstGeom>
          <a:solidFill>
            <a:srgbClr val="767171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genoObj</a:t>
            </a:r>
            <a:r>
              <a:rPr lang="en-US" sz="20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&lt;- </a:t>
            </a:r>
            <a:r>
              <a:rPr lang="en-US" sz="2000" dirty="0" err="1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ReadMarker</a:t>
            </a:r>
            <a:r>
              <a:rPr lang="en-US" sz="20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( )</a:t>
            </a:r>
            <a:endParaRPr lang="en-US" sz="2000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2025" y="4069717"/>
            <a:ext cx="4584217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 of  making previously loaded data </a:t>
            </a:r>
          </a:p>
          <a:p>
            <a:pPr algn="just"/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available in the current session. This is useful if</a:t>
            </a:r>
          </a:p>
          <a:p>
            <a:pPr algn="just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he marker data is not changing across Eagle sessions.  This is very quick as the marker data </a:t>
            </a:r>
          </a:p>
          <a:p>
            <a:pPr algn="just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as already been processed for errors and the </a:t>
            </a:r>
          </a:p>
          <a:p>
            <a:pPr algn="just"/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data structures created. 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82141" y="2893181"/>
            <a:ext cx="7078799" cy="5683061"/>
          </a:xfrm>
          <a:prstGeom prst="roundRect">
            <a:avLst/>
          </a:prstGeom>
          <a:solidFill>
            <a:schemeClr val="bg2">
              <a:lumMod val="25000"/>
            </a:schemeClr>
          </a:solidFill>
          <a:effectLst>
            <a:softEdge rad="431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25106" y="4946881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390375" y="3510510"/>
            <a:ext cx="4086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A9D18E"/>
                </a:solidFill>
              </a:rPr>
              <a:t>Loading a </a:t>
            </a:r>
            <a:r>
              <a:rPr lang="en-US" sz="2800" dirty="0" smtClean="0">
                <a:solidFill>
                  <a:srgbClr val="A9D18E"/>
                </a:solidFill>
              </a:rPr>
              <a:t>text 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16634" y="4263471"/>
            <a:ext cx="6002590" cy="64633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ReadMarker</a:t>
            </a:r>
            <a:r>
              <a:rPr lang="en-US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(filename=”/</a:t>
            </a:r>
            <a:r>
              <a:rPr lang="en-US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mydir</a:t>
            </a:r>
            <a:r>
              <a:rPr lang="en-US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myfile.txt</a:t>
            </a:r>
            <a:r>
              <a:rPr lang="en-US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”, </a:t>
            </a:r>
          </a:p>
          <a:p>
            <a:r>
              <a:rPr lang="en-US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availmemGb</a:t>
            </a:r>
            <a:r>
              <a:rPr lang="en-US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=8, type=”text”, AA=0,AB=1,BB=2)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2069" y="5384265"/>
            <a:ext cx="45842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 of  reading in a space separated text file called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myfile.txt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that is located in directory /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mydir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/. Eight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Gbytes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memory are being made available to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ReadMarker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The file contains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snp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genotypes 0, 1, and 2 which correspond to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snp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genotypes AA, AB, and BB, respectively.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280" y="8576242"/>
            <a:ext cx="6495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 of  reading in a space separated PLINK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ped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called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myPLINK.ped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that is located in directory /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mydir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/. Eight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Gbytes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memory are being made available to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ReadMarker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280" y="7026458"/>
            <a:ext cx="3755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A9D18E"/>
                </a:solidFill>
              </a:rPr>
              <a:t>Loading a  </a:t>
            </a:r>
            <a:r>
              <a:rPr lang="en-US" sz="2800" dirty="0" smtClean="0">
                <a:solidFill>
                  <a:srgbClr val="A9D18E"/>
                </a:solidFill>
              </a:rPr>
              <a:t>PLINK </a:t>
            </a:r>
            <a:r>
              <a:rPr lang="en-US" sz="2800" dirty="0" err="1" smtClean="0">
                <a:solidFill>
                  <a:srgbClr val="A9D18E"/>
                </a:solidFill>
              </a:rPr>
              <a:t>ped</a:t>
            </a:r>
            <a:r>
              <a:rPr lang="en-US" sz="2800" dirty="0" smtClean="0">
                <a:solidFill>
                  <a:srgbClr val="A9D18E"/>
                </a:solidFill>
              </a:rPr>
              <a:t> 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4279" y="7667785"/>
            <a:ext cx="6495112" cy="707886"/>
          </a:xfrm>
          <a:prstGeom prst="rect">
            <a:avLst/>
          </a:prstGeom>
          <a:solidFill>
            <a:srgbClr val="767171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ReadMarker</a:t>
            </a:r>
            <a:r>
              <a:rPr lang="en-US" sz="20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(filename=”/</a:t>
            </a:r>
            <a:r>
              <a:rPr lang="en-US" sz="20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mydir</a:t>
            </a:r>
            <a:r>
              <a:rPr lang="en-US" sz="20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sz="20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myPLINK.ped</a:t>
            </a:r>
            <a:r>
              <a:rPr lang="en-US" sz="20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”, </a:t>
            </a:r>
          </a:p>
          <a:p>
            <a:r>
              <a:rPr lang="en-US" sz="20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availmemGb</a:t>
            </a:r>
            <a:r>
              <a:rPr lang="en-US" sz="20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=8, type=”PLINK”)</a:t>
            </a:r>
          </a:p>
        </p:txBody>
      </p:sp>
    </p:spTree>
    <p:extLst>
      <p:ext uri="{BB962C8B-B14F-4D97-AF65-F5344CB8AC3E}">
        <p14:creationId xmlns:p14="http://schemas.microsoft.com/office/powerpoint/2010/main" val="1965436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255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Andrew George</cp:lastModifiedBy>
  <cp:revision>22</cp:revision>
  <dcterms:created xsi:type="dcterms:W3CDTF">2017-03-26T20:48:11Z</dcterms:created>
  <dcterms:modified xsi:type="dcterms:W3CDTF">2017-03-28T00:56:22Z</dcterms:modified>
</cp:coreProperties>
</file>