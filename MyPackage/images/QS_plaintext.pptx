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28"/>
    <p:restoredTop sz="94665"/>
  </p:normalViewPr>
  <p:slideViewPr>
    <p:cSldViewPr snapToGrid="0" snapToObjects="1">
      <p:cViewPr>
        <p:scale>
          <a:sx n="90" d="100"/>
          <a:sy n="90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12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86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0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3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28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8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5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5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EA8F0-1F91-D544-82E6-07C985D28DDE}" type="datetimeFigureOut">
              <a:rPr lang="en-US" smtClean="0"/>
              <a:t>3/25/17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5A78E-63CB-7A4B-BC02-44458B4D0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53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66156"/>
              </p:ext>
            </p:extLst>
          </p:nvPr>
        </p:nvGraphicFramePr>
        <p:xfrm>
          <a:off x="757223" y="1270000"/>
          <a:ext cx="5196688" cy="502920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49586"/>
                <a:gridCol w="649586"/>
                <a:gridCol w="649586"/>
                <a:gridCol w="649586"/>
                <a:gridCol w="649586"/>
                <a:gridCol w="649586"/>
                <a:gridCol w="649586"/>
                <a:gridCol w="649586"/>
              </a:tblGrid>
              <a:tr h="475294">
                <a:tc>
                  <a:txBody>
                    <a:bodyPr/>
                    <a:lstStyle/>
                    <a:p>
                      <a:pPr algn="l"/>
                      <a:r>
                        <a:rPr lang="en-US" sz="2400" b="0" baseline="0" dirty="0" smtClean="0">
                          <a:effectLst/>
                        </a:rPr>
                        <a:t>12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baseline="0" dirty="0" smtClean="0">
                          <a:effectLst/>
                        </a:rPr>
                        <a:t>12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baseline="0" dirty="0" smtClean="0">
                          <a:effectLst/>
                        </a:rPr>
                        <a:t>11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baseline="0" dirty="0" smtClean="0">
                          <a:effectLst/>
                        </a:rPr>
                        <a:t>11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baseline="0" dirty="0" smtClean="0">
                          <a:effectLst/>
                        </a:rPr>
                        <a:t>12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baseline="0" dirty="0" smtClean="0">
                          <a:effectLst/>
                        </a:rPr>
                        <a:t>11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baseline="0" dirty="0" smtClean="0">
                          <a:effectLst/>
                        </a:rPr>
                        <a:t>11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baseline="0" dirty="0" smtClean="0">
                          <a:effectLst/>
                        </a:rPr>
                        <a:t>11</a:t>
                      </a:r>
                      <a:endParaRPr lang="en-US" sz="2400" b="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5990"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5990"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5990"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5990"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5990"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5990"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5990"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5990"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05990"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11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aseline="0" dirty="0" smtClean="0">
                          <a:effectLst/>
                        </a:rPr>
                        <a:t>22</a:t>
                      </a:r>
                      <a:endParaRPr lang="en-US" sz="2400" baseline="0" dirty="0">
                        <a:effectLst/>
                      </a:endParaRPr>
                    </a:p>
                  </a:txBody>
                  <a:tcPr marL="50800" marR="50800" marT="25400" marB="254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>
            <a:off x="3154364" y="838756"/>
            <a:ext cx="0" cy="18526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68054" y="7759"/>
            <a:ext cx="13726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Space </a:t>
            </a:r>
          </a:p>
          <a:p>
            <a:r>
              <a:rPr lang="en-US" sz="2400" dirty="0" smtClean="0"/>
              <a:t>delimited</a:t>
            </a:r>
            <a:endParaRPr lang="en-US" sz="2400" dirty="0"/>
          </a:p>
        </p:txBody>
      </p:sp>
      <p:sp>
        <p:nvSpPr>
          <p:cNvPr id="7" name="Oval 6"/>
          <p:cNvSpPr/>
          <p:nvPr/>
        </p:nvSpPr>
        <p:spPr>
          <a:xfrm>
            <a:off x="392848" y="1048273"/>
            <a:ext cx="5878177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5933009" y="712574"/>
            <a:ext cx="1473200" cy="543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7306" y="297075"/>
            <a:ext cx="16121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No column </a:t>
            </a:r>
          </a:p>
          <a:p>
            <a:r>
              <a:rPr lang="en-US" sz="2400" dirty="0" smtClean="0"/>
              <a:t>headings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143044" y="1763522"/>
            <a:ext cx="46298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</a:rPr>
              <a:t>This genotype file is an equivalent 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c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</a:rPr>
              <a:t>oding of the PLINK file where 11 and 22 are the two homozygote genotypes and 12 is the </a:t>
            </a:r>
            <a:r>
              <a:rPr lang="en-US" sz="2400" dirty="0" err="1" smtClean="0">
                <a:solidFill>
                  <a:schemeClr val="bg2">
                    <a:lumMod val="50000"/>
                  </a:schemeClr>
                </a:solidFill>
              </a:rPr>
              <a:t>heterogenous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</a:rPr>
              <a:t> genotype.</a:t>
            </a:r>
          </a:p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</a:rPr>
              <a:t>Note that </a:t>
            </a:r>
            <a:r>
              <a:rPr lang="en-US" sz="2400" dirty="0" err="1" smtClean="0">
                <a:solidFill>
                  <a:schemeClr val="bg2">
                    <a:lumMod val="50000"/>
                  </a:schemeClr>
                </a:solidFill>
              </a:rPr>
              <a:t>heterogenous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</a:rPr>
              <a:t> genotypes A T and T A say in the PLINK file are coded as 12 in the genotype file.   </a:t>
            </a:r>
            <a:endParaRPr lang="en-US" sz="2400" dirty="0" smtClean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72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135</Words>
  <Application>Microsoft Macintosh PowerPoint</Application>
  <PresentationFormat>Widescreen</PresentationFormat>
  <Paragraphs>88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9</cp:revision>
  <dcterms:created xsi:type="dcterms:W3CDTF">2017-03-25T01:26:03Z</dcterms:created>
  <dcterms:modified xsi:type="dcterms:W3CDTF">2017-03-25T08:20:03Z</dcterms:modified>
</cp:coreProperties>
</file>