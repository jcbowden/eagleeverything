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2"/>
    <p:restoredTop sz="94665"/>
  </p:normalViewPr>
  <p:slideViewPr>
    <p:cSldViewPr snapToGrid="0" snapToObjects="1">
      <p:cViewPr varScale="1">
        <p:scale>
          <a:sx n="88" d="100"/>
          <a:sy n="88" d="100"/>
        </p:scale>
        <p:origin x="192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4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3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7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6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5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0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0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2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0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4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8AB6B-141B-3542-A110-E24CE35BF541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6F62-D682-DA42-A3A7-B2C8C4A7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1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881"/>
            <a:ext cx="4621353" cy="468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994" y="1103091"/>
            <a:ext cx="4536000" cy="46623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103" y="2178000"/>
            <a:ext cx="4576256" cy="46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36878" y="166436"/>
            <a:ext cx="4408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92D050"/>
                </a:solidFill>
              </a:rPr>
              <a:t>Input screen for reading  marker data </a:t>
            </a:r>
            <a:r>
              <a:rPr lang="en-US" sz="2400" smtClean="0">
                <a:solidFill>
                  <a:srgbClr val="92D050"/>
                </a:solidFill>
              </a:rPr>
              <a:t>and phenotypic data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554" y="5100544"/>
            <a:ext cx="29318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92D050"/>
                </a:solidFill>
              </a:rPr>
              <a:t>Split screen with option selection on the left  and output on the right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90016" y="1716335"/>
            <a:ext cx="2931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92D050"/>
                </a:solidFill>
              </a:rPr>
              <a:t>Analysis screen</a:t>
            </a:r>
            <a:endParaRPr lang="en-US" sz="2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7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24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2017-03-25T11:41:48Z</dcterms:created>
  <dcterms:modified xsi:type="dcterms:W3CDTF">2017-03-26T20:21:46Z</dcterms:modified>
</cp:coreProperties>
</file>