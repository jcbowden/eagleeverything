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6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DA913-3DB7-4A56-BACB-C9F5FCD458EF}" type="datetimeFigureOut">
              <a:rPr lang="en-AU" smtClean="0"/>
              <a:t>11/05/2017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D26601-922D-42AB-AD64-B069B4963E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3522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D26601-922D-42AB-AD64-B069B4963EF5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6869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53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4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3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5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02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34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76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8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C70EC-C93D-184C-A5D2-1A8DE8948500}" type="datetimeFigureOut">
              <a:rPr lang="en-US" smtClean="0"/>
              <a:t>5/11/2017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92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3414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20178" y="2024622"/>
            <a:ext cx="4412805" cy="830997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smtClean="0">
                <a:solidFill>
                  <a:schemeClr val="bg1">
                    <a:lumMod val="85000"/>
                  </a:schemeClr>
                </a:solidFill>
              </a:rPr>
              <a:t>Step 1</a:t>
            </a:r>
          </a:p>
          <a:p>
            <a:pPr algn="just"/>
            <a:r>
              <a:rPr lang="en-US" sz="1600" dirty="0" smtClean="0">
                <a:solidFill>
                  <a:schemeClr val="bg1"/>
                </a:solidFill>
              </a:rPr>
              <a:t>Click yes/no as to whether the first row of </a:t>
            </a:r>
            <a:r>
              <a:rPr lang="en-US" sz="1600" smtClean="0">
                <a:solidFill>
                  <a:schemeClr val="bg1"/>
                </a:solidFill>
              </a:rPr>
              <a:t>the </a:t>
            </a:r>
            <a:r>
              <a:rPr lang="en-US" sz="1600" smtClean="0">
                <a:solidFill>
                  <a:schemeClr val="bg1"/>
                </a:solidFill>
              </a:rPr>
              <a:t>map</a:t>
            </a:r>
            <a:r>
              <a:rPr lang="en-US" sz="1600" smtClean="0">
                <a:solidFill>
                  <a:schemeClr val="bg1"/>
                </a:solidFill>
              </a:rPr>
              <a:t> </a:t>
            </a:r>
            <a:r>
              <a:rPr lang="en-US" sz="1600" dirty="0" smtClean="0">
                <a:solidFill>
                  <a:schemeClr val="bg1"/>
                </a:solidFill>
              </a:rPr>
              <a:t>file contains column headings. 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951725" y="2440120"/>
            <a:ext cx="2762522" cy="143426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951725" y="3470944"/>
            <a:ext cx="2762522" cy="189496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20178" y="3055446"/>
            <a:ext cx="5295741" cy="830997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US" sz="1600" b="1" dirty="0" smtClean="0">
                <a:solidFill>
                  <a:srgbClr val="D9D9D9"/>
                </a:solidFill>
              </a:rPr>
              <a:t>Step 2</a:t>
            </a:r>
          </a:p>
          <a:p>
            <a:pPr algn="just"/>
            <a:r>
              <a:rPr lang="en-US" sz="1600" dirty="0" smtClean="0">
                <a:solidFill>
                  <a:schemeClr val="bg1"/>
                </a:solidFill>
              </a:rPr>
              <a:t>Click yes/no if file is comma separated. A space separated file</a:t>
            </a:r>
          </a:p>
          <a:p>
            <a:pPr algn="just"/>
            <a:r>
              <a:rPr lang="en-US" sz="1600" dirty="0" smtClean="0">
                <a:solidFill>
                  <a:schemeClr val="bg1"/>
                </a:solidFill>
              </a:rPr>
              <a:t>is assumed if no is selected.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0178" y="4200435"/>
            <a:ext cx="3874843" cy="830997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US" sz="1600" b="1" dirty="0" smtClean="0">
                <a:solidFill>
                  <a:srgbClr val="D9D9D9"/>
                </a:solidFill>
              </a:rPr>
              <a:t>Step </a:t>
            </a:r>
            <a:r>
              <a:rPr lang="en-US" sz="1600" b="1" dirty="0" smtClean="0">
                <a:solidFill>
                  <a:srgbClr val="D9D9D9"/>
                </a:solidFill>
              </a:rPr>
              <a:t>3</a:t>
            </a:r>
            <a:endParaRPr lang="en-US" sz="1600" b="1" dirty="0" smtClean="0">
              <a:solidFill>
                <a:srgbClr val="D9D9D9"/>
              </a:solidFill>
            </a:endParaRPr>
          </a:p>
          <a:p>
            <a:pPr algn="just"/>
            <a:r>
              <a:rPr lang="en-US" sz="1600" dirty="0" smtClean="0">
                <a:solidFill>
                  <a:schemeClr val="bg1"/>
                </a:solidFill>
              </a:rPr>
              <a:t>By clicking Choose File, a file browser opens </a:t>
            </a:r>
          </a:p>
          <a:p>
            <a:pPr algn="just"/>
            <a:r>
              <a:rPr lang="en-US" sz="1600" dirty="0">
                <a:solidFill>
                  <a:schemeClr val="bg1"/>
                </a:solidFill>
              </a:rPr>
              <a:t>f</a:t>
            </a:r>
            <a:r>
              <a:rPr lang="en-US" sz="1600" dirty="0" smtClean="0">
                <a:solidFill>
                  <a:schemeClr val="bg1"/>
                </a:solidFill>
              </a:rPr>
              <a:t>rom which the </a:t>
            </a:r>
            <a:r>
              <a:rPr lang="en-US" sz="1600" dirty="0" smtClean="0">
                <a:solidFill>
                  <a:schemeClr val="bg1"/>
                </a:solidFill>
              </a:rPr>
              <a:t>map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smtClean="0">
                <a:solidFill>
                  <a:schemeClr val="bg1"/>
                </a:solidFill>
              </a:rPr>
              <a:t>file can be selected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1564762" y="5604924"/>
            <a:ext cx="2055260" cy="140260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20178" y="5401123"/>
            <a:ext cx="4817545" cy="830997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US" sz="1600" b="1" dirty="0" smtClean="0">
                <a:solidFill>
                  <a:srgbClr val="D9D9D9"/>
                </a:solidFill>
              </a:rPr>
              <a:t>Step </a:t>
            </a:r>
            <a:r>
              <a:rPr lang="en-US" sz="1600" b="1" dirty="0" smtClean="0">
                <a:solidFill>
                  <a:srgbClr val="D9D9D9"/>
                </a:solidFill>
              </a:rPr>
              <a:t>4</a:t>
            </a:r>
            <a:endParaRPr lang="en-US" sz="1600" b="1" dirty="0" smtClean="0">
              <a:solidFill>
                <a:srgbClr val="D9D9D9"/>
              </a:solidFill>
            </a:endParaRPr>
          </a:p>
          <a:p>
            <a:pPr algn="just"/>
            <a:r>
              <a:rPr lang="en-US" sz="1600" dirty="0" smtClean="0">
                <a:solidFill>
                  <a:schemeClr val="bg1"/>
                </a:solidFill>
              </a:rPr>
              <a:t>Click on Upload file when ready.  The loading animation </a:t>
            </a:r>
          </a:p>
          <a:p>
            <a:pPr algn="just"/>
            <a:r>
              <a:rPr lang="en-US" sz="1600" dirty="0">
                <a:solidFill>
                  <a:schemeClr val="bg1"/>
                </a:solidFill>
              </a:rPr>
              <a:t>w</a:t>
            </a:r>
            <a:r>
              <a:rPr lang="en-US" sz="1600" dirty="0" smtClean="0">
                <a:solidFill>
                  <a:schemeClr val="bg1"/>
                </a:solidFill>
              </a:rPr>
              <a:t>ill appear while the data is being read. 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1203651" y="4590232"/>
            <a:ext cx="2510596" cy="127294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98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80</Words>
  <Application>Microsoft Office PowerPoint</Application>
  <PresentationFormat>On-screen Show (4:3)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CSIRO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George</dc:creator>
  <cp:lastModifiedBy>George, Andrew (Data61, Dutton Park)</cp:lastModifiedBy>
  <cp:revision>17</cp:revision>
  <dcterms:created xsi:type="dcterms:W3CDTF">2017-04-06T21:59:24Z</dcterms:created>
  <dcterms:modified xsi:type="dcterms:W3CDTF">2017-05-11T03:51:27Z</dcterms:modified>
</cp:coreProperties>
</file>