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-3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7/04/17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ReadMarkerScree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440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7103" y="3102093"/>
            <a:ext cx="4883068" cy="1077218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No need to change anything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w</a:t>
            </a:r>
            <a:r>
              <a:rPr lang="en-US" sz="3200" dirty="0" smtClean="0">
                <a:solidFill>
                  <a:schemeClr val="bg1"/>
                </a:solidFill>
              </a:rPr>
              <a:t>hen it is a PLINK </a:t>
            </a:r>
            <a:r>
              <a:rPr lang="en-US" sz="3200" dirty="0" err="1" smtClean="0">
                <a:solidFill>
                  <a:schemeClr val="bg1"/>
                </a:solidFill>
              </a:rPr>
              <a:t>ped</a:t>
            </a:r>
            <a:r>
              <a:rPr lang="en-US" sz="3200" dirty="0" smtClean="0">
                <a:solidFill>
                  <a:schemeClr val="bg1"/>
                </a:solidFill>
              </a:rPr>
              <a:t> file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371600" y="2828835"/>
            <a:ext cx="2102792" cy="455998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86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Andrew George</cp:lastModifiedBy>
  <cp:revision>2</cp:revision>
  <dcterms:created xsi:type="dcterms:W3CDTF">2017-04-06T21:59:24Z</dcterms:created>
  <dcterms:modified xsi:type="dcterms:W3CDTF">2017-04-06T22:58:19Z</dcterms:modified>
</cp:coreProperties>
</file>